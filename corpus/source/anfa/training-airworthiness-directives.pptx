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deck is for mechanics in their first month. It covers how we decide whether a directive applies and how we record it. Ask the quality manager about anything it does not cover.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Corrections are published as separate notices, sometimes weeks later. A correction can change the applicability or a compliance time. AD 2020-16-08 on the Aspen displays is an example: read the rule and its correction together.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Two traps in our own fleet. CN-TFC is a 172S like CN-TFA and CN-TFB, but its serial number is above the range of AD 2013-11-11. CN-TFD has a KAP 140 autopilot, but its serial number is outside the range of the KAP 140 directives. Equipment alone is not enough, and serial numbers alone are not enough.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50-hour allowance in paragraph (g)(6) of AD 2013-11-11 applied once, to switches that were already at or near the limit when the directive took effect on 1 August 2013. It is not a grace period you can use today. Our manual, section 3.2, applies the same 3,000-hour limit to every 172R and 172S we maintain.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 the notes printed with Table 7-1 before you use it: they limit when its values apply. If a value looks wrong, stop and ask; do not guess between two columns.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Check every number you copy. A swapped pair of digits in an installation time moves the next due time by 90 hours, and nobody notices until the records are audited.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Airworthiness directives at Anfa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New mechanics, first month</a:t>
            </a:r>
          </a:p>
          <a:p>
            <a:r>
              <a:t>Quality: Karim Bennani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Where directives come from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state of design issues them: the FAA for our Cessnas</a:t>
            </a:r>
          </a:p>
          <a:p>
            <a:r>
              <a:t>Published in the Federal Register</a:t>
            </a:r>
          </a:p>
          <a:p>
            <a:r>
              <a:t>Revisions and corrections follow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Check applicability before you 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Model and serial number range</a:t>
            </a:r>
          </a:p>
          <a:p>
            <a:r>
              <a:t>Installed equipment and part number</a:t>
            </a:r>
          </a:p>
          <a:p>
            <a:r>
              <a:t>Software version, modifications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engine oil pressure switch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P/N 83278, 3,000 hours</a:t>
            </a:r>
          </a:p>
          <a:p>
            <a:r>
              <a:t>Replace with a new, zero-time switch</a:t>
            </a:r>
          </a:p>
          <a:p>
            <a:r>
              <a:t>Record part number, date, and airframe hours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Torque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Maintenance manual first</a:t>
            </a:r>
          </a:p>
          <a:p>
            <a:r>
              <a:t>AC 43.13-1B Table 7-1 when it gives no value</a:t>
            </a:r>
          </a:p>
          <a:p>
            <a:r>
              <a:t>Record the wrench number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Records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14 CFR 43.9 content in every entry</a:t>
            </a:r>
          </a:p>
          <a:p>
            <a:r>
              <a:t>AD compliance record for each aircraft</a:t>
            </a:r>
          </a:p>
          <a:p>
            <a:r>
              <a:t>Hours to one decimal place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Airworthiness directives at Anfa: training for new mechanics</dc:title>
  <dc:subject/>
  <dc:creator>Anfa Aero Services</dc:creator>
  <cp:keywords/>
  <dc:description>generated using python-pptx</dc:description>
  <cp:lastModifiedBy>Steve Canny</cp:lastModifiedBy>
  <cp:revision>1</cp:revision>
  <dcterms:created xsi:type="dcterms:W3CDTF">2026-10-26T09:00:00Z</dcterms:created>
  <dcterms:modified xsi:type="dcterms:W3CDTF">2026-10-26T09:00:00Z</dcterms:modified>
  <cp:category/>
</cp:coreProperties>
</file>